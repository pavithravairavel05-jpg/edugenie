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7: Documentation - EduGenie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EduGenie: Google Gemini Powered Learning Assistant</a:t>
            </a:r>
          </a:p>
          <a:p>
            <a:pPr>
              <a:defRPr sz="2200"/>
            </a:pPr>
            <a:r>
              <a:t>AI-powered educational assistant using FastAPI and Google Gemini.</a:t>
            </a:r>
          </a:p>
          <a:p>
            <a:pPr>
              <a:defRPr sz="2200"/>
            </a:pPr>
            <a:r>
              <a:t>Features: Q&amp;A, simplified explanation, quiz, summary and learning recommendations.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Lightweight AI-powered learning assistant.</a:t>
            </a:r>
          </a:p>
          <a:p>
            <a:pPr>
              <a:defRPr sz="2200"/>
            </a:pPr>
            <a:r>
              <a:t>Provides multiple learning-support functions through a browser interface.</a:t>
            </a:r>
          </a:p>
          <a:p>
            <a:pPr>
              <a:defRPr sz="2200"/>
            </a:pPr>
            <a:r>
              <a:t>Uses FastAPI for the backend and Google Gemini for generative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Browser UI → FastAPI → Learning Module → Google Gemini → Generated Result</a:t>
            </a:r>
          </a:p>
          <a:p>
            <a:pPr>
              <a:defRPr sz="2200"/>
            </a:pPr>
            <a:r>
              <a:t>Modules: Q&amp;A, Explanation, Quiz, Summary and Learning Path.</a:t>
            </a:r>
          </a:p>
          <a:p>
            <a:pPr>
              <a:defRPr sz="2200"/>
            </a:pPr>
            <a:r>
              <a:t>Frontend uses a Jinja2 template and CSS styling.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POST /qa</a:t>
            </a:r>
          </a:p>
          <a:p>
            <a:pPr>
              <a:defRPr sz="2200"/>
            </a:pPr>
            <a:r>
              <a:t>POST /explain</a:t>
            </a:r>
          </a:p>
          <a:p>
            <a:pPr>
              <a:defRPr sz="2200"/>
            </a:pPr>
            <a:r>
              <a:t>POST /quiz</a:t>
            </a:r>
          </a:p>
          <a:p>
            <a:pPr>
              <a:defRPr sz="2200"/>
            </a:pPr>
            <a:r>
              <a:t>POST /summarize</a:t>
            </a:r>
          </a:p>
          <a:p>
            <a:pPr>
              <a:defRPr sz="2200"/>
            </a:pPr>
            <a:r>
              <a:t>POST /learn/recommendations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main.py</a:t>
            </a:r>
          </a:p>
          <a:p>
            <a:pPr>
              <a:defRPr sz="2200"/>
            </a:pPr>
            <a:r>
              <a:t>gemini_client.py</a:t>
            </a:r>
          </a:p>
          <a:p>
            <a:pPr>
              <a:defRPr sz="2200"/>
            </a:pPr>
            <a:r>
              <a:t>qna.py</a:t>
            </a:r>
          </a:p>
          <a:p>
            <a:pPr>
              <a:defRPr sz="2200"/>
            </a:pPr>
            <a:r>
              <a:t>explanation_module.py</a:t>
            </a:r>
          </a:p>
          <a:p>
            <a:pPr>
              <a:defRPr sz="2200"/>
            </a:pPr>
            <a:r>
              <a:t>quiz_module.py</a:t>
            </a:r>
          </a:p>
          <a:p>
            <a:pPr>
              <a:defRPr sz="2200"/>
            </a:pPr>
            <a:r>
              <a:t>summary_module.py</a:t>
            </a:r>
          </a:p>
          <a:p>
            <a:pPr>
              <a:defRPr sz="2200"/>
            </a:pPr>
            <a:r>
              <a:t>learning_path.py</a:t>
            </a:r>
          </a:p>
          <a:p>
            <a:pPr>
              <a:defRPr sz="2200"/>
            </a:pPr>
            <a:r>
              <a:t>templates/index.html and static/style.css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and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Run: uvicorn main:app --reload</a:t>
            </a:r>
          </a:p>
          <a:p>
            <a:pPr>
              <a:defRPr sz="2200"/>
            </a:pPr>
            <a:r>
              <a:t>Open: http://127.0.0.1:8000</a:t>
            </a:r>
          </a:p>
          <a:p>
            <a:pPr>
              <a:defRPr sz="2200"/>
            </a:pPr>
            <a:r>
              <a:t>Test question answering, explanation, quiz, summary and learning recommendations.</a:t>
            </a:r>
          </a:p>
          <a:p>
            <a:pPr>
              <a:defRPr sz="2200"/>
            </a:pPr>
            <a:r>
              <a:t>Keep the Gemini API key in environment configuration.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